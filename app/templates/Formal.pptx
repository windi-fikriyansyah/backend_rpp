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eorgia Pro Light" charset="1" panose="02040302050405020303"/>
      <p:regular r:id="rId21"/>
    </p:embeddedFont>
    <p:embeddedFont>
      <p:font typeface="DM Sans" charset="1" panose="00000000000000000000"/>
      <p:regular r:id="rId22"/>
    </p:embeddedFont>
    <p:embeddedFont>
      <p:font typeface="DM Sans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4675" y="1743075"/>
            <a:ext cx="6886575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25"/>
              </a:lnSpc>
            </a:pPr>
            <a:r>
              <a:rPr lang="en-US" sz="10125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{{judul_materi}}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9763125" cy="3065780"/>
            <a:chOff x="0" y="0"/>
            <a:chExt cx="13017500" cy="408770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130175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0059B3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{{judul_slide}}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85422"/>
              <a:ext cx="11099800" cy="502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100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{{konten}}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1889706"/>
            <a:chOff x="0" y="0"/>
            <a:chExt cx="11099800" cy="25196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059B3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{{judul_sl</a:t>
              </a:r>
              <a:r>
                <a:rPr lang="en-US" sz="8000">
                  <a:solidFill>
                    <a:srgbClr val="0059B3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ide}}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{{konten}}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5753100" cy="220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80"/>
              </a:lnSpc>
              <a:spcBef>
                <a:spcPct val="0"/>
              </a:spcBef>
            </a:pPr>
            <a:r>
              <a:rPr lang="en-US" sz="78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{{judul_</a:t>
            </a:r>
            <a:r>
              <a:rPr lang="en-US" sz="78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slide}}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2409825"/>
            <a:ext cx="719137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0059B3"/>
                </a:solidFill>
                <a:latin typeface="DM Sans"/>
                <a:ea typeface="DM Sans"/>
                <a:cs typeface="DM Sans"/>
                <a:sym typeface="DM Sans"/>
              </a:rPr>
              <a:t>{{konten</a:t>
            </a:r>
            <a:r>
              <a:rPr lang="en-US" sz="2100">
                <a:solidFill>
                  <a:srgbClr val="0059B3"/>
                </a:solidFill>
                <a:latin typeface="DM Sans"/>
                <a:ea typeface="DM Sans"/>
                <a:cs typeface="DM Sans"/>
                <a:sym typeface="DM Sans"/>
              </a:rPr>
              <a:t>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2409825"/>
            <a:ext cx="68865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0059B3"/>
                </a:solidFill>
                <a:latin typeface="DM Sans"/>
                <a:ea typeface="DM Sans"/>
                <a:cs typeface="DM Sans"/>
                <a:sym typeface="DM Sans"/>
              </a:rPr>
              <a:t>{{konten</a:t>
            </a:r>
            <a:r>
              <a:rPr lang="en-US" sz="2599">
                <a:solidFill>
                  <a:srgbClr val="0059B3"/>
                </a:solidFill>
                <a:latin typeface="DM Sans"/>
                <a:ea typeface="DM Sans"/>
                <a:cs typeface="DM Sans"/>
                <a:sym typeface="DM Sans"/>
              </a:rPr>
              <a:t>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657225"/>
            <a:ext cx="5762625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{{judul_sl</a:t>
            </a:r>
            <a:r>
              <a:rPr lang="en-US" sz="8000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ide}}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{{jud</a:t>
            </a:r>
            <a:r>
              <a:rPr lang="en-US" sz="80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ul_slide}}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39403"/>
            <a:ext cx="17095693" cy="1215040"/>
            <a:chOff x="0" y="0"/>
            <a:chExt cx="22794257" cy="162005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57837"/>
              <a:ext cx="22794257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b="true" sz="2099">
                  <a:solidFill>
                    <a:srgbClr val="0059B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{{konten}}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22794257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73E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CLARITY IN MESSAGING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2524125"/>
            <a:ext cx="8629650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{{konten</a:t>
            </a:r>
            <a:r>
              <a:rPr lang="en-US" sz="8000" strike="noStrike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9181465"/>
            <a:ext cx="86296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0073E6"/>
                </a:solidFill>
                <a:latin typeface="DM Sans Bold"/>
                <a:ea typeface="DM Sans Bold"/>
                <a:cs typeface="DM Sans Bold"/>
                <a:sym typeface="DM Sans Bold"/>
              </a:rPr>
              <a:t>– ZIG ZIGLAR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619125"/>
            <a:ext cx="86296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0059B3"/>
                </a:solidFill>
                <a:latin typeface="DM Sans"/>
                <a:ea typeface="DM Sans"/>
                <a:cs typeface="DM Sans"/>
                <a:sym typeface="DM Sans"/>
              </a:rPr>
              <a:t>Inspiration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1889706"/>
            <a:chOff x="0" y="0"/>
            <a:chExt cx="11099800" cy="25196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059B3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{{judu</a:t>
              </a:r>
              <a:r>
                <a:rPr lang="en-US" sz="8000">
                  <a:solidFill>
                    <a:srgbClr val="0059B3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l_slide}}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{{konten</a:t>
              </a:r>
              <a:r>
                <a:rPr lang="en-US" sz="2100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}}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9495" y="4248150"/>
            <a:ext cx="8262105" cy="895350"/>
            <a:chOff x="0" y="0"/>
            <a:chExt cx="11016140" cy="1193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98416"/>
              <a:ext cx="11016140" cy="695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58"/>
                </a:lnSpc>
              </a:pPr>
              <a:r>
                <a:rPr lang="en-US" sz="3184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{{konten</a:t>
              </a:r>
              <a:r>
                <a:rPr lang="en-US" sz="3184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}}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75174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51535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{{judul_sl</a:t>
            </a:r>
            <a:r>
              <a:rPr lang="en-US" sz="9600" strike="noStrike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i</a:t>
            </a:r>
            <a:r>
              <a:rPr lang="en-US" sz="9600" strike="noStrike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de}}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1889706"/>
            <a:chOff x="0" y="0"/>
            <a:chExt cx="11099800" cy="25196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059B3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{{judu</a:t>
              </a:r>
              <a:r>
                <a:rPr lang="en-US" sz="8000">
                  <a:solidFill>
                    <a:srgbClr val="0059B3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l_slide}}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{{konten</a:t>
              </a:r>
              <a:r>
                <a:rPr lang="en-US" sz="2100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}}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2524125"/>
            <a:ext cx="8629650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{{konten</a:t>
            </a:r>
            <a:r>
              <a:rPr lang="en-US" sz="8000" strike="noStrike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9181465"/>
            <a:ext cx="86296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0073E6"/>
                </a:solidFill>
                <a:latin typeface="DM Sans Bold"/>
                <a:ea typeface="DM Sans Bold"/>
                <a:cs typeface="DM Sans Bold"/>
                <a:sym typeface="DM Sans Bold"/>
              </a:rPr>
              <a:t>– ZIG ZIGLAR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619125"/>
            <a:ext cx="86296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0059B3"/>
                </a:solidFill>
                <a:latin typeface="DM Sans"/>
                <a:ea typeface="DM Sans"/>
                <a:cs typeface="DM Sans"/>
                <a:sym typeface="DM Sans"/>
              </a:rPr>
              <a:t>Inspiration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1889706"/>
            <a:chOff x="0" y="0"/>
            <a:chExt cx="11099800" cy="25196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0059B3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{{judu</a:t>
              </a:r>
              <a:r>
                <a:rPr lang="en-US" sz="8000">
                  <a:solidFill>
                    <a:srgbClr val="0059B3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l_slide}}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{{konten</a:t>
              </a:r>
              <a:r>
                <a:rPr lang="en-US" sz="2100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}}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9495" y="4248150"/>
            <a:ext cx="8262105" cy="895350"/>
            <a:chOff x="0" y="0"/>
            <a:chExt cx="11016140" cy="1193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98416"/>
              <a:ext cx="11016140" cy="695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58"/>
                </a:lnSpc>
              </a:pPr>
              <a:r>
                <a:rPr lang="en-US" sz="3184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{{konten</a:t>
              </a:r>
              <a:r>
                <a:rPr lang="en-US" sz="3184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}}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75174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51535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{{judul_sl</a:t>
            </a:r>
            <a:r>
              <a:rPr lang="en-US" sz="9600" strike="noStrike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i</a:t>
            </a:r>
            <a:r>
              <a:rPr lang="en-US" sz="9600" strike="noStrike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de}}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9495" y="4248150"/>
            <a:ext cx="8262105" cy="895350"/>
            <a:chOff x="0" y="0"/>
            <a:chExt cx="11016140" cy="1193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98416"/>
              <a:ext cx="11016140" cy="695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58"/>
                </a:lnSpc>
              </a:pPr>
              <a:r>
                <a:rPr lang="en-US" sz="3184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{{konten</a:t>
              </a:r>
              <a:r>
                <a:rPr lang="en-US" sz="3184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}}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75174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51535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{{judul_sl</a:t>
            </a:r>
            <a:r>
              <a:rPr lang="en-US" sz="9600" strike="noStrike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i</a:t>
            </a:r>
            <a:r>
              <a:rPr lang="en-US" sz="9600" strike="noStrike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de}}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9495" y="4248150"/>
            <a:ext cx="8262105" cy="895350"/>
            <a:chOff x="0" y="0"/>
            <a:chExt cx="11016140" cy="1193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98416"/>
              <a:ext cx="11016140" cy="695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58"/>
                </a:lnSpc>
              </a:pPr>
              <a:r>
                <a:rPr lang="en-US" sz="3184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{{konten</a:t>
              </a:r>
              <a:r>
                <a:rPr lang="en-US" sz="3184">
                  <a:solidFill>
                    <a:srgbClr val="0059B3"/>
                  </a:solidFill>
                  <a:latin typeface="DM Sans"/>
                  <a:ea typeface="DM Sans"/>
                  <a:cs typeface="DM Sans"/>
                  <a:sym typeface="DM Sans"/>
                </a:rPr>
                <a:t>}}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75174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51535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{{judul_sl</a:t>
            </a:r>
            <a:r>
              <a:rPr lang="en-US" sz="9600" strike="noStrike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i</a:t>
            </a:r>
            <a:r>
              <a:rPr lang="en-US" sz="9600" strike="noStrike" u="none">
                <a:solidFill>
                  <a:srgbClr val="0059B3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Presentation Template</dc:description>
  <dc:identifier>DAG-RziChUQ</dc:identifier>
  <dcterms:modified xsi:type="dcterms:W3CDTF">2011-08-01T06:04:30Z</dcterms:modified>
  <cp:revision>1</cp:revision>
  <dc:title>Presentasi - Presentation Template</dc:title>
</cp:coreProperties>
</file>