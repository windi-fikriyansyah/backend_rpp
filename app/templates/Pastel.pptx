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9FF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FFFFFF"/>
                </a:solidFill>
              </a:defRPr>
            </a:pPr>
            <a:r>
              <a:t>{{judul_materi}}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F0F0F0"/>
                </a:solidFill>
              </a:defRPr>
            </a:pPr>
            <a:r>
              <a:t>Tema: {{theme}}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371600"/>
          </a:xfrm>
          <a:prstGeom prst="rect">
            <a:avLst/>
          </a:prstGeom>
          <a:solidFill>
            <a:srgbClr val="FF9FF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{{judul_slide}}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2801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{{konten}}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