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PETUALANGAN DI HUTAN TROPIS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457200"/>
            <a:ext cx="1371600" cy="1371600"/>
          </a:xfrm>
          <a:prstGeom prst="ellipse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6583680"/>
            <a:ext cx="2743200" cy="9144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4800">
                <a:solidFill>
                  <a:srgbClr val="FFFFFF"/>
                </a:solidFill>
              </a:defRPr>
            </a:pPr>
            <a:r>
              <a:t>Selamat Datang di Hutan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457200"/>
            <a:ext cx="1371600" cy="1371600"/>
          </a:xfrm>
          <a:prstGeom prst="ellipse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6583680"/>
            <a:ext cx="2743200" cy="9144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10AC84"/>
                </a:solidFill>
              </a:defRPr>
            </a:pPr>
            <a:r>
              <a:t>Flora &amp; Fauna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</a:p>
          <a:p>
            <a:pPr>
              <a:spcAft>
                <a:spcPts val="1200"/>
              </a:spcAft>
              <a:defRPr sz="2400">
                <a:solidFill>
                  <a:srgbClr val="2D3436"/>
                </a:solidFill>
              </a:defRPr>
            </a:pPr>
            <a:r>
              <a:t>• Harimau Sumatera</a:t>
            </a:r>
          </a:p>
          <a:p>
            <a:pPr>
              <a:spcAft>
                <a:spcPts val="1200"/>
              </a:spcAft>
              <a:defRPr sz="2400">
                <a:solidFill>
                  <a:srgbClr val="2D3436"/>
                </a:solidFill>
              </a:defRPr>
            </a:pPr>
            <a:r>
              <a:t>• Bunga Bangkai</a:t>
            </a:r>
          </a:p>
          <a:p>
            <a:pPr>
              <a:spcAft>
                <a:spcPts val="1200"/>
              </a:spcAft>
              <a:defRPr sz="2400">
                <a:solidFill>
                  <a:srgbClr val="2D3436"/>
                </a:solidFill>
              </a:defRPr>
            </a:pPr>
            <a:r>
              <a:t>• Orangutan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457200"/>
            <a:ext cx="1371600" cy="1371600"/>
          </a:xfrm>
          <a:prstGeom prst="ellipse">
            <a:avLst/>
          </a:prstGeom>
          <a:solidFill>
            <a:srgbClr val="1DD1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82880" y="6583680"/>
            <a:ext cx="2743200" cy="91440"/>
          </a:xfrm>
          <a:prstGeom prst="rect">
            <a:avLst/>
          </a:prstGeom>
          <a:solidFill>
            <a:srgbClr val="10A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200">
                <a:solidFill>
                  <a:srgbClr val="FFFFFF"/>
                </a:solidFill>
              </a:defRPr>
            </a:pPr>
            <a:r>
              <a:t>Keanekaragaman Hayati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